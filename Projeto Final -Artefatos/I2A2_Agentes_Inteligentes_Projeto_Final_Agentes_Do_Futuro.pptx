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14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1C613-9148-488A-BA5D-5A0AE57D888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12D0650-55BA-4105-A53D-B05C9D3932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7843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1C613-9148-488A-BA5D-5A0AE57D888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D0650-55BA-4105-A53D-B05C9D3932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3120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1C613-9148-488A-BA5D-5A0AE57D888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12D0650-55BA-4105-A53D-B05C9D3932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7976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1C613-9148-488A-BA5D-5A0AE57D888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12D0650-55BA-4105-A53D-B05C9D3932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0811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1C613-9148-488A-BA5D-5A0AE57D888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12D0650-55BA-4105-A53D-B05C9D3932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8311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1C613-9148-488A-BA5D-5A0AE57D888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D0650-55BA-4105-A53D-B05C9D3932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4939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1C613-9148-488A-BA5D-5A0AE57D888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D0650-55BA-4105-A53D-B05C9D3932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7055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1C613-9148-488A-BA5D-5A0AE57D888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D0650-55BA-4105-A53D-B05C9D3932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5172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1C613-9148-488A-BA5D-5A0AE57D888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12D0650-55BA-4105-A53D-B05C9D3932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1524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1C613-9148-488A-BA5D-5A0AE57D888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12D0650-55BA-4105-A53D-B05C9D3932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8702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1C613-9148-488A-BA5D-5A0AE57D888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12D0650-55BA-4105-A53D-B05C9D3932C9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43567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1C613-9148-488A-BA5D-5A0AE57D888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12D0650-55BA-4105-A53D-B05C9D3932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79052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1C613-9148-488A-BA5D-5A0AE57D888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12D0650-55BA-4105-A53D-B05C9D3932C9}" type="slidenum">
              <a:rPr lang="pt-BR" smtClean="0"/>
              <a:t>‹nº›</a:t>
            </a:fld>
            <a:endParaRPr lang="pt-B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36428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1C613-9148-488A-BA5D-5A0AE57D888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12D0650-55BA-4105-A53D-B05C9D3932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70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1C613-9148-488A-BA5D-5A0AE57D888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D0650-55BA-4105-A53D-B05C9D3932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03676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1C613-9148-488A-BA5D-5A0AE57D888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D0650-55BA-4105-A53D-B05C9D3932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950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1C613-9148-488A-BA5D-5A0AE57D888C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12D0650-55BA-4105-A53D-B05C9D3932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5724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FEAB92-C0FA-4D52-8701-498DA22355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3134" y="2074334"/>
            <a:ext cx="9144000" cy="1113896"/>
          </a:xfrm>
        </p:spPr>
        <p:txBody>
          <a:bodyPr/>
          <a:lstStyle/>
          <a:p>
            <a:r>
              <a:rPr lang="pt-BR" dirty="0"/>
              <a:t>Agentes do Futuro</a:t>
            </a:r>
          </a:p>
        </p:txBody>
      </p:sp>
    </p:spTree>
    <p:extLst>
      <p:ext uri="{BB962C8B-B14F-4D97-AF65-F5344CB8AC3E}">
        <p14:creationId xmlns:p14="http://schemas.microsoft.com/office/powerpoint/2010/main" val="151526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56BEC2-456C-45B0-82FF-4D1FB74A7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fontScale="70000" lnSpcReduction="20000"/>
          </a:bodyPr>
          <a:lstStyle/>
          <a:p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Público Alvo</a:t>
            </a:r>
          </a:p>
          <a:p>
            <a:pPr lvl="0"/>
            <a:r>
              <a:rPr lang="pt-BR" b="1" dirty="0"/>
              <a:t>Analistas fiscais</a:t>
            </a:r>
            <a:endParaRPr lang="pt-BR" dirty="0"/>
          </a:p>
          <a:p>
            <a:pPr lvl="0"/>
            <a:r>
              <a:rPr lang="pt-BR" b="1" dirty="0"/>
              <a:t>Departamentos de contabilidade</a:t>
            </a:r>
            <a:endParaRPr lang="pt-BR" dirty="0"/>
          </a:p>
          <a:p>
            <a:pPr lvl="0"/>
            <a:r>
              <a:rPr lang="pt-BR" b="1" dirty="0"/>
              <a:t>Empresas de médio e grande porte</a:t>
            </a:r>
          </a:p>
          <a:p>
            <a:pPr lvl="0"/>
            <a:endParaRPr lang="pt-BR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pt-BR" sz="2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Detalhamento do que foi desenvolvido</a:t>
            </a:r>
          </a:p>
          <a:p>
            <a:r>
              <a:rPr lang="pt-BR" dirty="0"/>
              <a:t>Tecnologias utilizadas: </a:t>
            </a:r>
            <a:r>
              <a:rPr lang="pt-BR" b="1" dirty="0"/>
              <a:t>Python, </a:t>
            </a:r>
            <a:r>
              <a:rPr lang="pt-BR" b="1" dirty="0" err="1"/>
              <a:t>Streamlit</a:t>
            </a:r>
            <a:r>
              <a:rPr lang="pt-BR" b="1" dirty="0"/>
              <a:t>, Pandas, </a:t>
            </a:r>
            <a:r>
              <a:rPr lang="en-US" b="1" dirty="0"/>
              <a:t>Google Generative AI, </a:t>
            </a:r>
            <a:r>
              <a:rPr lang="pt-BR" b="1" dirty="0"/>
              <a:t>JSON (formato de resposta)</a:t>
            </a:r>
            <a:endParaRPr lang="pt-BR" dirty="0"/>
          </a:p>
          <a:p>
            <a:r>
              <a:rPr lang="pt-BR" b="1" dirty="0"/>
              <a:t>Upload de arquivos CSV</a:t>
            </a:r>
            <a:r>
              <a:rPr lang="pt-BR" dirty="0"/>
              <a:t> </a:t>
            </a:r>
          </a:p>
          <a:p>
            <a:r>
              <a:rPr lang="pt-BR" b="1" dirty="0"/>
              <a:t>Análise automatizada por IA</a:t>
            </a:r>
            <a:r>
              <a:rPr lang="pt-BR" dirty="0"/>
              <a:t> (Gemini)</a:t>
            </a:r>
          </a:p>
          <a:p>
            <a:endParaRPr lang="pt-BR" dirty="0"/>
          </a:p>
          <a:p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Resultado</a:t>
            </a:r>
          </a:p>
          <a:p>
            <a:r>
              <a:rPr lang="pt-BR" b="1" dirty="0"/>
              <a:t>Exibição estruturada</a:t>
            </a:r>
            <a:r>
              <a:rPr lang="pt-BR" dirty="0"/>
              <a:t> das respostas em formato JSON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4183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291BA2-D8F4-4E9C-BA85-1519BE0B4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5400" dirty="0"/>
              <a:t>Obrigado</a:t>
            </a:r>
          </a:p>
        </p:txBody>
      </p:sp>
    </p:spTree>
    <p:extLst>
      <p:ext uri="{BB962C8B-B14F-4D97-AF65-F5344CB8AC3E}">
        <p14:creationId xmlns:p14="http://schemas.microsoft.com/office/powerpoint/2010/main" val="2139708726"/>
      </p:ext>
    </p:extLst>
  </p:cSld>
  <p:clrMapOvr>
    <a:masterClrMapping/>
  </p:clrMapOvr>
</p:sld>
</file>

<file path=ppt/theme/theme1.xml><?xml version="1.0" encoding="utf-8"?>
<a:theme xmlns:a="http://schemas.openxmlformats.org/drawingml/2006/main" name="Cacho">
  <a:themeElements>
    <a:clrScheme name="Cacho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Cach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ch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61</TotalTime>
  <Words>60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Arial</vt:lpstr>
      <vt:lpstr>Calibri</vt:lpstr>
      <vt:lpstr>Century Gothic</vt:lpstr>
      <vt:lpstr>Wingdings 3</vt:lpstr>
      <vt:lpstr>Cacho</vt:lpstr>
      <vt:lpstr>Agentes do Futuro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Agentes do Futuro</dc:title>
  <dc:creator>Douglas Saturnino de Oliveira</dc:creator>
  <cp:lastModifiedBy>Douglas Saturnino de Oliveira</cp:lastModifiedBy>
  <cp:revision>5</cp:revision>
  <dcterms:created xsi:type="dcterms:W3CDTF">2025-10-09T03:06:59Z</dcterms:created>
  <dcterms:modified xsi:type="dcterms:W3CDTF">2025-10-09T17:06:59Z</dcterms:modified>
</cp:coreProperties>
</file>